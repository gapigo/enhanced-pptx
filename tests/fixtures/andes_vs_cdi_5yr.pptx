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Andes vs CDI — Retorno Acumulado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Andes</c:v>
                </c:pt>
              </c:strCache>
            </c:strRef>
          </c:tx>
          <c:cat>
            <c:strRef>
              <c:f>Sheet1!$A$2:$A$71</c:f>
              <c:strCache>
                <c:ptCount val="7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  <c:pt idx="60">
                  <c:v>2025-01</c:v>
                </c:pt>
                <c:pt idx="61">
                  <c:v>2025-02</c:v>
                </c:pt>
                <c:pt idx="62">
                  <c:v>2025-03</c:v>
                </c:pt>
                <c:pt idx="63">
                  <c:v>2025-04</c:v>
                </c:pt>
                <c:pt idx="64">
                  <c:v>2025-05</c:v>
                </c:pt>
                <c:pt idx="65">
                  <c:v>2025-06</c:v>
                </c:pt>
                <c:pt idx="66">
                  <c:v>2025-07</c:v>
                </c:pt>
                <c:pt idx="67">
                  <c:v>2025-08</c:v>
                </c:pt>
                <c:pt idx="68">
                  <c:v>2025-09</c:v>
                </c:pt>
                <c:pt idx="69">
                  <c:v>2025-10</c:v>
                </c:pt>
              </c:strCache>
            </c:str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1.0861023199541853</c:v>
                </c:pt>
                <c:pt idx="1">
                  <c:v>0.9176901531584569</c:v>
                </c:pt>
                <c:pt idx="2">
                  <c:v>4.245613483436839</c:v>
                </c:pt>
                <c:pt idx="3">
                  <c:v>5.18385773167247</c:v>
                </c:pt>
                <c:pt idx="4">
                  <c:v>9.70527325458226</c:v>
                </c:pt>
                <c:pt idx="5">
                  <c:v>11.056602864546416</c:v>
                </c:pt>
                <c:pt idx="6">
                  <c:v>13.929583878794126</c:v>
                </c:pt>
                <c:pt idx="7">
                  <c:v>18.7759932057592</c:v>
                </c:pt>
                <c:pt idx="8">
                  <c:v>20.8101060448</c:v>
                </c:pt>
                <c:pt idx="9">
                  <c:v>23.824597266536053</c:v>
                </c:pt>
                <c:pt idx="10">
                  <c:v>26.07220800562997</c:v>
                </c:pt>
                <c:pt idx="11">
                  <c:v>30.782655393339976</c:v>
                </c:pt>
                <c:pt idx="12">
                  <c:v>29.52294728009268</c:v>
                </c:pt>
                <c:pt idx="13">
                  <c:v>31.019498781948762</c:v>
                </c:pt>
                <c:pt idx="14">
                  <c:v>33.56489489851027</c:v>
                </c:pt>
                <c:pt idx="15">
                  <c:v>36.21334095275739</c:v>
                </c:pt>
                <c:pt idx="16">
                  <c:v>39.59592111134225</c:v>
                </c:pt>
                <c:pt idx="17">
                  <c:v>40.992488068523954</c:v>
                </c:pt>
                <c:pt idx="18">
                  <c:v>40.462605013601724</c:v>
                </c:pt>
                <c:pt idx="19">
                  <c:v>44.35862930340526</c:v>
                </c:pt>
                <c:pt idx="20">
                  <c:v>42.54690916308659</c:v>
                </c:pt>
                <c:pt idx="21">
                  <c:v>42.550648180385075</c:v>
                </c:pt>
                <c:pt idx="22">
                  <c:v>43.31592961328845</c:v>
                </c:pt>
                <c:pt idx="23">
                  <c:v>47.2367546360752</c:v>
                </c:pt>
                <c:pt idx="24">
                  <c:v>47.361450793019635</c:v>
                </c:pt>
                <c:pt idx="25">
                  <c:v>50.79608025088138</c:v>
                </c:pt>
                <c:pt idx="26">
                  <c:v>50.63609989122073</c:v>
                </c:pt>
                <c:pt idx="27">
                  <c:v>53.32658235632635</c:v>
                </c:pt>
                <c:pt idx="28">
                  <c:v>51.95301776068444</c:v>
                </c:pt>
                <c:pt idx="29">
                  <c:v>54.6835683869777</c:v>
                </c:pt>
                <c:pt idx="30">
                  <c:v>55.95859727574879</c:v>
                </c:pt>
                <c:pt idx="31">
                  <c:v>53.856648675569055</c:v>
                </c:pt>
                <c:pt idx="32">
                  <c:v>51.95923144394894</c:v>
                </c:pt>
                <c:pt idx="33">
                  <c:v>55.50213121783516</c:v>
                </c:pt>
                <c:pt idx="34">
                  <c:v>58.26907350438475</c:v>
                </c:pt>
                <c:pt idx="35">
                  <c:v>59.855131726839005</c:v>
                </c:pt>
                <c:pt idx="36">
                  <c:v>58.57408332209424</c:v>
                </c:pt>
                <c:pt idx="37">
                  <c:v>57.0753207698762</c:v>
                </c:pt>
                <c:pt idx="38">
                  <c:v>53.94279979655181</c:v>
                </c:pt>
                <c:pt idx="39">
                  <c:v>56.947312716722465</c:v>
                </c:pt>
                <c:pt idx="40">
                  <c:v>63.52842899749618</c:v>
                </c:pt>
                <c:pt idx="41">
                  <c:v>65.6804746129179</c:v>
                </c:pt>
                <c:pt idx="42">
                  <c:v>61.95833676910627</c:v>
                </c:pt>
                <c:pt idx="43">
                  <c:v>60.718456491860984</c:v>
                </c:pt>
                <c:pt idx="44">
                  <c:v>62.78003977736064</c:v>
                </c:pt>
                <c:pt idx="45">
                  <c:v>66.79106230311751</c:v>
                </c:pt>
                <c:pt idx="46">
                  <c:v>69.73627369267976</c:v>
                </c:pt>
                <c:pt idx="47">
                  <c:v>76.69477452920862</c:v>
                </c:pt>
                <c:pt idx="48">
                  <c:v>77.72010348534903</c:v>
                </c:pt>
                <c:pt idx="49">
                  <c:v>73.95971392923093</c:v>
                </c:pt>
                <c:pt idx="50">
                  <c:v>73.55839892754383</c:v>
                </c:pt>
                <c:pt idx="51">
                  <c:v>73.86957028621359</c:v>
                </c:pt>
                <c:pt idx="52">
                  <c:v>75.19699046006352</c:v>
                </c:pt>
                <c:pt idx="53">
                  <c:v>74.5874365615519</c:v>
                </c:pt>
                <c:pt idx="54">
                  <c:v>79.13627711680505</c:v>
                </c:pt>
                <c:pt idx="55">
                  <c:v>79.43009635326061</c:v>
                </c:pt>
                <c:pt idx="56">
                  <c:v>74.94019619396867</c:v>
                </c:pt>
                <c:pt idx="57">
                  <c:v>80.25615307646122</c:v>
                </c:pt>
                <c:pt idx="58">
                  <c:v>85.6525446467106</c:v>
                </c:pt>
                <c:pt idx="59">
                  <c:v>87.64811044630227</c:v>
                </c:pt>
                <c:pt idx="60">
                  <c:v>93.28592715133242</c:v>
                </c:pt>
                <c:pt idx="61">
                  <c:v>92.57200697445612</c:v>
                </c:pt>
                <c:pt idx="62">
                  <c:v>95.96930526622485</c:v>
                </c:pt>
                <c:pt idx="63">
                  <c:v>104.35363813374381</c:v>
                </c:pt>
                <c:pt idx="64">
                  <c:v>107.3931256680857</c:v>
                </c:pt>
                <c:pt idx="65">
                  <c:v>106.32155327483103</c:v>
                </c:pt>
                <c:pt idx="66">
                  <c:v>106.41619971920724</c:v>
                </c:pt>
                <c:pt idx="67">
                  <c:v>107.01458429898429</c:v>
                </c:pt>
                <c:pt idx="68">
                  <c:v>112.19176886356554</c:v>
                </c:pt>
                <c:pt idx="69">
                  <c:v>110.71681154293378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</c:v>
                </c:pt>
              </c:strCache>
            </c:strRef>
          </c:tx>
          <c:cat>
            <c:strRef>
              <c:f>Sheet1!$A$2:$A$71</c:f>
              <c:strCache>
                <c:ptCount val="7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  <c:pt idx="60">
                  <c:v>2025-01</c:v>
                </c:pt>
                <c:pt idx="61">
                  <c:v>2025-02</c:v>
                </c:pt>
                <c:pt idx="62">
                  <c:v>2025-03</c:v>
                </c:pt>
                <c:pt idx="63">
                  <c:v>2025-04</c:v>
                </c:pt>
                <c:pt idx="64">
                  <c:v>2025-05</c:v>
                </c:pt>
                <c:pt idx="65">
                  <c:v>2025-06</c:v>
                </c:pt>
                <c:pt idx="66">
                  <c:v>2025-07</c:v>
                </c:pt>
                <c:pt idx="67">
                  <c:v>2025-08</c:v>
                </c:pt>
                <c:pt idx="68">
                  <c:v>2025-09</c:v>
                </c:pt>
                <c:pt idx="69">
                  <c:v>2025-10</c:v>
                </c:pt>
              </c:strCache>
            </c:strRef>
          </c:cat>
          <c:val>
            <c:numRef>
              <c:f>Sheet1!$C$2:$C$71</c:f>
              <c:numCache>
                <c:formatCode>General</c:formatCode>
                <c:ptCount val="70"/>
                <c:pt idx="0">
                  <c:v>1.1624790711541433</c:v>
                </c:pt>
                <c:pt idx="1">
                  <c:v>2.184309473850221</c:v>
                </c:pt>
                <c:pt idx="2">
                  <c:v>3.320248126682368</c:v>
                </c:pt>
                <c:pt idx="3">
                  <c:v>4.4688145168809035</c:v>
                </c:pt>
                <c:pt idx="4">
                  <c:v>5.577082094919006</c:v>
                </c:pt>
                <c:pt idx="5">
                  <c:v>6.7507367295920995</c:v>
                </c:pt>
                <c:pt idx="6">
                  <c:v>7.991691702376413</c:v>
                </c:pt>
                <c:pt idx="7">
                  <c:v>9.137332065624593</c:v>
                </c:pt>
                <c:pt idx="8">
                  <c:v>10.350564455202505</c:v>
                </c:pt>
                <c:pt idx="9">
                  <c:v>11.57728382309715</c:v>
                </c:pt>
                <c:pt idx="10">
                  <c:v>12.760962289044574</c:v>
                </c:pt>
                <c:pt idx="11">
                  <c:v>14.071784876086713</c:v>
                </c:pt>
                <c:pt idx="12">
                  <c:v>15.281926499036548</c:v>
                </c:pt>
                <c:pt idx="13">
                  <c:v>16.44637579347532</c:v>
                </c:pt>
                <c:pt idx="14">
                  <c:v>17.800040541191954</c:v>
                </c:pt>
                <c:pt idx="15">
                  <c:v>19.10957250402405</c:v>
                </c:pt>
                <c:pt idx="16">
                  <c:v>20.37315798693251</c:v>
                </c:pt>
                <c:pt idx="17">
                  <c:v>21.71129418049187</c:v>
                </c:pt>
                <c:pt idx="18">
                  <c:v>23.06430585378827</c:v>
                </c:pt>
                <c:pt idx="19">
                  <c:v>24.43235837107862</c:v>
                </c:pt>
                <c:pt idx="20">
                  <c:v>25.815618934902716</c:v>
                </c:pt>
                <c:pt idx="21">
                  <c:v>27.150346163513262</c:v>
                </c:pt>
                <c:pt idx="22">
                  <c:v>28.56382141888101</c:v>
                </c:pt>
                <c:pt idx="23">
                  <c:v>30.05834893595147</c:v>
                </c:pt>
                <c:pt idx="24">
                  <c:v>31.438085578369158</c:v>
                </c:pt>
                <c:pt idx="25">
                  <c:v>32.765726351403934</c:v>
                </c:pt>
                <c:pt idx="26">
                  <c:v>34.309100133904735</c:v>
                </c:pt>
                <c:pt idx="27">
                  <c:v>35.73393128377693</c:v>
                </c:pt>
                <c:pt idx="28">
                  <c:v>37.242826532372476</c:v>
                </c:pt>
                <c:pt idx="29">
                  <c:v>38.768495515064515</c:v>
                </c:pt>
                <c:pt idx="30">
                  <c:v>40.24063459449878</c:v>
                </c:pt>
                <c:pt idx="31">
                  <c:v>41.870902620913554</c:v>
                </c:pt>
                <c:pt idx="32">
                  <c:v>43.448019918364444</c:v>
                </c:pt>
                <c:pt idx="33">
                  <c:v>44.969802187498864</c:v>
                </c:pt>
                <c:pt idx="34">
                  <c:v>46.58136860749173</c:v>
                </c:pt>
                <c:pt idx="35">
                  <c:v>48.210850112466886</c:v>
                </c:pt>
                <c:pt idx="36">
                  <c:v>49.85844585665451</c:v>
                </c:pt>
                <c:pt idx="37">
                  <c:v>51.37214854052608</c:v>
                </c:pt>
                <c:pt idx="38">
                  <c:v>53.131818086865955</c:v>
                </c:pt>
                <c:pt idx="39">
                  <c:v>54.67858472186722</c:v>
                </c:pt>
                <c:pt idx="40">
                  <c:v>56.47669089681633</c:v>
                </c:pt>
                <c:pt idx="41">
                  <c:v>58.216174408249664</c:v>
                </c:pt>
                <c:pt idx="42">
                  <c:v>59.89462608044267</c:v>
                </c:pt>
                <c:pt idx="43">
                  <c:v>61.75336764452793</c:v>
                </c:pt>
                <c:pt idx="44">
                  <c:v>63.469343975147964</c:v>
                </c:pt>
                <c:pt idx="45">
                  <c:v>65.28656177825903</c:v>
                </c:pt>
                <c:pt idx="46">
                  <c:v>67.12398080359097</c:v>
                </c:pt>
                <c:pt idx="47">
                  <c:v>68.89693180618275</c:v>
                </c:pt>
                <c:pt idx="48">
                  <c:v>70.86032329025109</c:v>
                </c:pt>
                <c:pt idx="49">
                  <c:v>72.67291164545917</c:v>
                </c:pt>
                <c:pt idx="50">
                  <c:v>74.50472902050147</c:v>
                </c:pt>
                <c:pt idx="51">
                  <c:v>76.44462241330383</c:v>
                </c:pt>
                <c:pt idx="52">
                  <c:v>78.49575422103538</c:v>
                </c:pt>
                <c:pt idx="53">
                  <c:v>80.29871901677674</c:v>
                </c:pt>
                <c:pt idx="54">
                  <c:v>82.39465389090572</c:v>
                </c:pt>
                <c:pt idx="55">
                  <c:v>84.42225615676675</c:v>
                </c:pt>
                <c:pt idx="56">
                  <c:v>86.37871759564098</c:v>
                </c:pt>
                <c:pt idx="57">
                  <c:v>88.5453311807758</c:v>
                </c:pt>
                <c:pt idx="58">
                  <c:v>90.54553266199714</c:v>
                </c:pt>
                <c:pt idx="59">
                  <c:v>92.66374471225956</c:v>
                </c:pt>
                <c:pt idx="60">
                  <c:v>94.90342042224135</c:v>
                </c:pt>
                <c:pt idx="61">
                  <c:v>96.87211714068394</c:v>
                </c:pt>
                <c:pt idx="62">
                  <c:v>98.96065414051249</c:v>
                </c:pt>
                <c:pt idx="63">
                  <c:v>101.17241344675728</c:v>
                </c:pt>
                <c:pt idx="64">
                  <c:v>103.40875992200735</c:v>
                </c:pt>
                <c:pt idx="65">
                  <c:v>105.56664153244787</c:v>
                </c:pt>
                <c:pt idx="66">
                  <c:v>107.95631071753698</c:v>
                </c:pt>
                <c:pt idx="67">
                  <c:v>110.16243546282563</c:v>
                </c:pt>
                <c:pt idx="68">
                  <c:v>112.49872011400947</c:v>
                </c:pt>
                <c:pt idx="69">
                  <c:v>114.9689732618051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20" y="457200"/>
          <a:ext cx="10515600" cy="5943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