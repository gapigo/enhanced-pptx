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Simple Line Chart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A</c:v>
                </c:pt>
              </c:strCache>
            </c:strRef>
          </c:tx>
          <c:spPr>
            <a:ln>
              <a:solidFill>
                <a:srgbClr val="1F3864"/>
              </a:solidFill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55</c:v>
                </c:pt>
                <c:pt idx="2">
                  <c:v>68</c:v>
                </c:pt>
                <c:pt idx="3">
                  <c:v>72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B</c:v>
                </c:pt>
              </c:strCache>
            </c:strRef>
          </c:tx>
          <c:spPr>
            <a:ln>
              <a:solidFill>
                <a:srgbClr val="C0392B"/>
              </a:solidFill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38</c:v>
                </c:pt>
                <c:pt idx="1">
                  <c:v>50</c:v>
                </c:pt>
                <c:pt idx="2">
                  <c:v>58</c:v>
                </c:pt>
                <c:pt idx="3">
                  <c:v>65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457200"/>
          <a:ext cx="8229600" cy="5943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0" name="LabelBox_7395200_2117343"/>
          <p:cNvSpPr/>
        </p:nvSpPr>
        <p:spPr>
          <a:xfrm>
            <a:off x="7395200" y="2117343"/>
            <a:ext cx="1100000" cy="330000"/>
          </a:xfrm>
          <a:solidFill>
            <a:srgbClr val="1F3864"/>
          </a:solidFill>
          <a:prstGeom prst="rect"/>
        </p:spPr>
        <p:txBody>
          <a:bodyPr rIns="0" lIns="27432" tIns="0" bIns="0" anchor="ctr"/>
          <a:lstStyle/>
          <a:p>
            <a:pPr algn="ctr"/>
            <a:r>
              <a:rPr sz="900" b="1" spc="0">
                <a:solidFill>
                  <a:srgbClr val="FFFFFF"/>
                </a:solidFill>
              </a:rPr>
              <a:t>72.0%</a:t>
            </a:r>
          </a:p>
        </p:txBody>
      </p:sp>
      <p:sp>
        <p:nvSpPr>
          <p:cNvPr id="0" name="LabelBox_7395200_2482188"/>
          <p:cNvSpPr/>
        </p:nvSpPr>
        <p:spPr>
          <a:xfrm>
            <a:off x="7395200" y="2482188"/>
            <a:ext cx="1100000" cy="330000"/>
          </a:xfrm>
          <a:solidFill>
            <a:srgbClr val="C0392B"/>
          </a:solidFill>
          <a:prstGeom prst="rect"/>
        </p:spPr>
        <p:txBody>
          <a:bodyPr rIns="0" lIns="27432" tIns="0" bIns="0" anchor="ctr"/>
          <a:lstStyle/>
          <a:p>
            <a:pPr algn="ctr"/>
            <a:r>
              <a:rPr sz="900" b="1" spc="0">
                <a:solidFill>
                  <a:srgbClr val="FFFFFF"/>
                </a:solidFill>
              </a:rPr>
              <a:t>65.0%</a:t>
            </a:r>
          </a:p>
        </p:txBody>
      </p:sp>
      <p:sp>
        <p:nvSpPr>
          <p:cNvPr id="0" name="LabelBox_7395200_5870040"/>
          <p:cNvSpPr/>
        </p:nvSpPr>
        <p:spPr>
          <a:xfrm>
            <a:off x="7395200" y="5870040"/>
            <a:ext cx="1100000" cy="330000"/>
          </a:xfrm>
          <a:solidFill>
            <a:srgbClr val="1F3864"/>
          </a:solidFill>
          <a:prstGeom prst="rect"/>
        </p:spPr>
        <p:txBody>
          <a:bodyPr rIns="0" lIns="27432" tIns="0" bIns="0" anchor="ctr"/>
          <a:lstStyle/>
          <a:p>
            <a:pPr algn="ctr"/>
            <a:r>
              <a:rPr sz="900" b="1" spc="0">
                <a:solidFill>
                  <a:srgbClr val="FFFFFF"/>
                </a:solidFill>
              </a:rPr>
              <a:t>0.0%</a:t>
            </a:r>
          </a:p>
        </p:txBody>
      </p:sp>
      <p:sp>
        <p:nvSpPr>
          <p:cNvPr id="0" name="LabelBox_7395200_5870040"/>
          <p:cNvSpPr/>
        </p:nvSpPr>
        <p:spPr>
          <a:xfrm>
            <a:off x="7395200" y="5870040"/>
            <a:ext cx="1100000" cy="330000"/>
          </a:xfrm>
          <a:solidFill>
            <a:srgbClr val="1F3864"/>
          </a:solidFill>
          <a:prstGeom prst="rect"/>
        </p:spPr>
        <p:txBody>
          <a:bodyPr rIns="0" lIns="27432" tIns="0" bIns="0" anchor="ctr"/>
          <a:lstStyle/>
          <a:p>
            <a:pPr algn="ctr"/>
            <a:r>
              <a:rPr sz="900" b="1" spc="0">
                <a:solidFill>
                  <a:srgbClr val="FFFFFF"/>
                </a:solidFill>
              </a:rPr>
              <a:t>0.0%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