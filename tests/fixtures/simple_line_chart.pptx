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Simple Line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ln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68</c:v>
                </c:pt>
                <c:pt idx="3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spPr>
            <a:ln>
              <a:solidFill>
                <a:srgbClr val="C0392B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50</c:v>
                </c:pt>
                <c:pt idx="2">
                  <c:v>58</c:v>
                </c:pt>
                <c:pt idx="3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822960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